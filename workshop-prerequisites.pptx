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steps are in SETUP-CHECKLIST.md at the root of the repository. Ask anyone who can't install software on their laptop to raise it before the first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start: set up your laptop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once, before the first session  ·  about 15 minutes  ·  no GitHub account needed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46920" y="411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F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once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24328" cy="3794760"/>
          </a:xfrm>
          <a:prstGeom prst="roundRect">
            <a:avLst>
              <a:gd name="adj" fmla="val 3484"/>
            </a:avLst>
          </a:prstGeom>
          <a:solidFill>
            <a:srgbClr val="F1F4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FA3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116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tools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06040"/>
            <a:ext cx="2258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20+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(LTS installer, nodejs.org)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10+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(comes with Node)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2.40+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(git-scm.com)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2258568" cy="1143000"/>
          </a:xfrm>
          <a:prstGeom prst="roundRect">
            <a:avLst>
              <a:gd name="adj" fmla="val 4800"/>
            </a:avLst>
          </a:prstGeom>
          <a:solidFill>
            <a:srgbClr val="1B26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270248"/>
            <a:ext cx="20391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--version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47288" y="1783080"/>
            <a:ext cx="2624328" cy="3794760"/>
          </a:xfrm>
          <a:prstGeom prst="roundRect">
            <a:avLst>
              <a:gd name="adj" fmla="val 3484"/>
            </a:avLst>
          </a:prstGeom>
          <a:solidFill>
            <a:srgbClr val="F1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675888" y="2011680"/>
            <a:ext cx="457200" cy="457200"/>
          </a:xfrm>
          <a:prstGeom prst="ellipse">
            <a:avLst/>
          </a:prstGeom>
          <a:solidFill>
            <a:srgbClr val="0FA37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7588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270248" y="20116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2606040"/>
            <a:ext cx="2258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code.visualstudio.com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Git: Open Repository In Parent Folders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always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30168" y="4251960"/>
            <a:ext cx="2258568" cy="1143000"/>
          </a:xfrm>
          <a:prstGeom prst="roundRect">
            <a:avLst>
              <a:gd name="adj" fmla="val 4800"/>
            </a:avLst>
          </a:prstGeom>
          <a:solidFill>
            <a:srgbClr val="1B26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39896" y="4270248"/>
            <a:ext cx="20391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Ctrl+,  Windows/Linux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Cmd+,   macOS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search: parent folders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45936" y="1783080"/>
            <a:ext cx="2624328" cy="3794760"/>
          </a:xfrm>
          <a:prstGeom prst="roundRect">
            <a:avLst>
              <a:gd name="adj" fmla="val 3484"/>
            </a:avLst>
          </a:prstGeom>
          <a:solidFill>
            <a:srgbClr val="F1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574536" y="2011680"/>
            <a:ext cx="457200" cy="457200"/>
          </a:xfrm>
          <a:prstGeom prst="ellipse">
            <a:avLst/>
          </a:prstGeom>
          <a:solidFill>
            <a:srgbClr val="0FA37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745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68896" y="20116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agent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28816" y="2606040"/>
            <a:ext cx="2258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agent your facilitator named, and sign in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can read files, edit files and run commands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 plan / approval mode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28816" y="4251960"/>
            <a:ext cx="2258568" cy="1143000"/>
          </a:xfrm>
          <a:prstGeom prst="roundRect">
            <a:avLst>
              <a:gd name="adj" fmla="val 4800"/>
            </a:avLst>
          </a:prstGeom>
          <a:solidFill>
            <a:srgbClr val="1B263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38544" y="4270248"/>
            <a:ext cx="20391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the agent: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 git --version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tell me the result"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44584" y="1783080"/>
            <a:ext cx="2624328" cy="3794760"/>
          </a:xfrm>
          <a:prstGeom prst="roundRect">
            <a:avLst>
              <a:gd name="adj" fmla="val 3484"/>
            </a:avLst>
          </a:prstGeom>
          <a:solidFill>
            <a:srgbClr val="F1F4F8"/>
          </a:solidFill>
          <a:ln/>
        </p:spPr>
      </p:sp>
      <p:sp>
        <p:nvSpPr>
          <p:cNvPr id="28" name="Shape 26"/>
          <p:cNvSpPr/>
          <p:nvPr/>
        </p:nvSpPr>
        <p:spPr>
          <a:xfrm>
            <a:off x="9473184" y="2011680"/>
            <a:ext cx="457200" cy="457200"/>
          </a:xfrm>
          <a:prstGeom prst="ellipse">
            <a:avLst/>
          </a:prstGeom>
          <a:solidFill>
            <a:srgbClr val="0FA37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7318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067544" y="20116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code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427464" y="2606040"/>
            <a:ext cx="2258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once,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your projects folder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module folder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a time, e.g. AI-SDLC/module-1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427464" y="4251960"/>
            <a:ext cx="2258568" cy="1143000"/>
          </a:xfrm>
          <a:prstGeom prst="roundRect">
            <a:avLst>
              <a:gd name="adj" fmla="val 4800"/>
            </a:avLst>
          </a:prstGeom>
          <a:solidFill>
            <a:srgbClr val="1B263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537192" y="4270248"/>
            <a:ext cx="20391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--branch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demo-exercise &lt;url&gt;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github.com/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F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cobuild-tech/AI-SDLC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when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versions are new enough, the agent runs a command for you, and the module folder opens with Source Control working.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laptop locked down? Tell your facilitator before the workshop.   No npm access? Ask for an internal package mirror; don't copy someone's node_modules.   Use git clone, not Download ZIP.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prerequisites</dc:title>
  <dc:subject>PptxGenJS Presentation</dc:subject>
  <dc:creator>PptxGenJS</dc:creator>
  <cp:lastModifiedBy>PptxGenJS</cp:lastModifiedBy>
  <cp:revision>1</cp:revision>
  <dcterms:created xsi:type="dcterms:W3CDTF">2026-09-28T14:53:17Z</dcterms:created>
  <dcterms:modified xsi:type="dcterms:W3CDTF">2026-09-28T14:53:17Z</dcterms:modified>
</cp:coreProperties>
</file>